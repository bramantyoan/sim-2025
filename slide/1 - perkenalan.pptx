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09C"/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E18D96-BECC-C449-A70E-6FFD64C44718}" v="1" dt="2026-05-22T07:21:11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9"/>
  </p:normalViewPr>
  <p:slideViewPr>
    <p:cSldViewPr snapToGrid="0" showGuides="1">
      <p:cViewPr varScale="1">
        <p:scale>
          <a:sx n="88" d="100"/>
          <a:sy n="88" d="100"/>
        </p:scale>
        <p:origin x="168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mantyo Adi Nugroho" userId="cf3a176d7118301b" providerId="LiveId" clId="{EAE18D96-BECC-C449-A70E-6FFD64C44718}"/>
    <pc:docChg chg="custSel modSld">
      <pc:chgData name="Bramantyo Adi Nugroho" userId="cf3a176d7118301b" providerId="LiveId" clId="{EAE18D96-BECC-C449-A70E-6FFD64C44718}" dt="2026-05-22T07:23:16.376" v="60" actId="20577"/>
      <pc:docMkLst>
        <pc:docMk/>
      </pc:docMkLst>
      <pc:sldChg chg="addSp delSp modSp mod">
        <pc:chgData name="Bramantyo Adi Nugroho" userId="cf3a176d7118301b" providerId="LiveId" clId="{EAE18D96-BECC-C449-A70E-6FFD64C44718}" dt="2026-05-22T07:23:16.376" v="60" actId="20577"/>
        <pc:sldMkLst>
          <pc:docMk/>
          <pc:sldMk cId="815899508" sldId="259"/>
        </pc:sldMkLst>
        <pc:spChg chg="add mod">
          <ac:chgData name="Bramantyo Adi Nugroho" userId="cf3a176d7118301b" providerId="LiveId" clId="{EAE18D96-BECC-C449-A70E-6FFD64C44718}" dt="2026-05-22T07:23:16.376" v="60" actId="20577"/>
          <ac:spMkLst>
            <pc:docMk/>
            <pc:sldMk cId="815899508" sldId="259"/>
            <ac:spMk id="2" creationId="{C211D6AC-F1D0-E3D3-9BD1-11B714DCADC2}"/>
          </ac:spMkLst>
        </pc:spChg>
        <pc:spChg chg="mod">
          <ac:chgData name="Bramantyo Adi Nugroho" userId="cf3a176d7118301b" providerId="LiveId" clId="{EAE18D96-BECC-C449-A70E-6FFD64C44718}" dt="2026-05-22T07:20:27.598" v="34" actId="20577"/>
          <ac:spMkLst>
            <pc:docMk/>
            <pc:sldMk cId="815899508" sldId="259"/>
            <ac:spMk id="7" creationId="{F16B574A-EC48-2495-C242-417C9E2CD21E}"/>
          </ac:spMkLst>
        </pc:spChg>
        <pc:spChg chg="del">
          <ac:chgData name="Bramantyo Adi Nugroho" userId="cf3a176d7118301b" providerId="LiveId" clId="{EAE18D96-BECC-C449-A70E-6FFD64C44718}" dt="2026-05-22T07:21:04.828" v="35" actId="478"/>
          <ac:spMkLst>
            <pc:docMk/>
            <pc:sldMk cId="815899508" sldId="259"/>
            <ac:spMk id="10" creationId="{6965D640-D83A-98AF-E20A-EF26E188A00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CAC0F8B-9CE2-AF60-FBEA-86ACAEBC0D92}"/>
              </a:ext>
            </a:extLst>
          </p:cNvPr>
          <p:cNvSpPr/>
          <p:nvPr userDrawn="1"/>
        </p:nvSpPr>
        <p:spPr>
          <a:xfrm>
            <a:off x="585757" y="1419739"/>
            <a:ext cx="5519903" cy="2906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68AD5-E05C-60B8-DBB4-BB61629FB1C1}"/>
              </a:ext>
            </a:extLst>
          </p:cNvPr>
          <p:cNvSpPr/>
          <p:nvPr userDrawn="1"/>
        </p:nvSpPr>
        <p:spPr>
          <a:xfrm>
            <a:off x="0" y="-30162"/>
            <a:ext cx="10007600" cy="1129758"/>
          </a:xfrm>
          <a:prstGeom prst="rect">
            <a:avLst/>
          </a:prstGeom>
          <a:solidFill>
            <a:srgbClr val="4A66A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567F30-5CC4-B1F7-E0BB-C48F27D68AD4}"/>
              </a:ext>
            </a:extLst>
          </p:cNvPr>
          <p:cNvSpPr/>
          <p:nvPr userDrawn="1"/>
        </p:nvSpPr>
        <p:spPr>
          <a:xfrm>
            <a:off x="0" y="1099595"/>
            <a:ext cx="12192000" cy="15047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BEB81C6-62BF-5F63-3358-3B269F8C90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24870" y="-30163"/>
            <a:ext cx="7364574" cy="6888163"/>
          </a:xfrm>
          <a:custGeom>
            <a:avLst/>
            <a:gdLst>
              <a:gd name="connsiteX0" fmla="*/ 1330988 w 7364574"/>
              <a:gd name="connsiteY0" fmla="*/ 0 h 6888163"/>
              <a:gd name="connsiteX1" fmla="*/ 7118326 w 7364574"/>
              <a:gd name="connsiteY1" fmla="*/ 0 h 6888163"/>
              <a:gd name="connsiteX2" fmla="*/ 6174166 w 7364574"/>
              <a:gd name="connsiteY2" fmla="*/ 3776641 h 6888163"/>
              <a:gd name="connsiteX3" fmla="*/ 7364574 w 7364574"/>
              <a:gd name="connsiteY3" fmla="*/ 3478572 h 6888163"/>
              <a:gd name="connsiteX4" fmla="*/ 6155299 w 7364574"/>
              <a:gd name="connsiteY4" fmla="*/ 6888163 h 6888163"/>
              <a:gd name="connsiteX5" fmla="*/ 1178939 w 7364574"/>
              <a:gd name="connsiteY5" fmla="*/ 6888163 h 6888163"/>
              <a:gd name="connsiteX6" fmla="*/ 5066 w 7364574"/>
              <a:gd name="connsiteY6" fmla="*/ 5323949 h 6888163"/>
              <a:gd name="connsiteX7" fmla="*/ 0 w 7364574"/>
              <a:gd name="connsiteY7" fmla="*/ 5323949 h 688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64574" h="6888163">
                <a:moveTo>
                  <a:pt x="1330988" y="0"/>
                </a:moveTo>
                <a:lnTo>
                  <a:pt x="7118326" y="0"/>
                </a:lnTo>
                <a:lnTo>
                  <a:pt x="6174166" y="3776641"/>
                </a:lnTo>
                <a:lnTo>
                  <a:pt x="7364574" y="3478572"/>
                </a:lnTo>
                <a:lnTo>
                  <a:pt x="6155299" y="6888163"/>
                </a:lnTo>
                <a:lnTo>
                  <a:pt x="1178939" y="6888163"/>
                </a:lnTo>
                <a:lnTo>
                  <a:pt x="5066" y="5323949"/>
                </a:lnTo>
                <a:lnTo>
                  <a:pt x="0" y="53239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74826-EBFE-C67E-4172-17FBAC849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781" y="2003899"/>
            <a:ext cx="5544273" cy="1852331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6BB73-24BD-9EB5-6851-ABF64D42A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915" y="5529231"/>
            <a:ext cx="4572000" cy="657446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5C5F-2CB0-B258-B0FD-AF8D0DC1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C8ED-DDEA-D467-62C6-BE983F38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A414-1C58-C33E-8B02-2FA5C222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yellow logo&#10;&#10;Description automatically generated">
            <a:extLst>
              <a:ext uri="{FF2B5EF4-FFF2-40B4-BE49-F238E27FC236}">
                <a16:creationId xmlns:a16="http://schemas.microsoft.com/office/drawing/2014/main" id="{B3A3E577-99AA-957C-63FC-CA1A3AF8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745" y="106412"/>
            <a:ext cx="902825" cy="9028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F73ECD-502A-1874-5B68-41328FDE224C}"/>
              </a:ext>
            </a:extLst>
          </p:cNvPr>
          <p:cNvSpPr txBox="1"/>
          <p:nvPr userDrawn="1"/>
        </p:nvSpPr>
        <p:spPr>
          <a:xfrm>
            <a:off x="1184315" y="234658"/>
            <a:ext cx="3276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POLITEKNIK</a:t>
            </a:r>
          </a:p>
          <a:p>
            <a:r>
              <a:rPr lang="en-US" dirty="0">
                <a:solidFill>
                  <a:schemeClr val="bg1"/>
                </a:solidFill>
                <a:latin typeface="Bahnschrift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KEUANGAN NEGARA STAN</a:t>
            </a:r>
          </a:p>
        </p:txBody>
      </p:sp>
    </p:spTree>
    <p:extLst>
      <p:ext uri="{BB962C8B-B14F-4D97-AF65-F5344CB8AC3E}">
        <p14:creationId xmlns:p14="http://schemas.microsoft.com/office/powerpoint/2010/main" val="2916436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3D27B8-D651-E4AE-47F0-AA69696DAE03}"/>
              </a:ext>
            </a:extLst>
          </p:cNvPr>
          <p:cNvSpPr/>
          <p:nvPr userDrawn="1"/>
        </p:nvSpPr>
        <p:spPr>
          <a:xfrm>
            <a:off x="0" y="0"/>
            <a:ext cx="12192000" cy="109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A0973-F4A0-B1F7-C8D3-C5BD70AF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260" y="163892"/>
            <a:ext cx="7603603" cy="7878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B1885-6737-4DDC-024F-370C572D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063" y="1397906"/>
            <a:ext cx="11454114" cy="435133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A5E4D-EAFB-9EC7-3E41-2055521F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12FA4-DB3A-CED8-71F0-5061564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56257-2125-3EA8-EF80-57F6DAB8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blue and yellow logo&#10;&#10;Description automatically generated">
            <a:extLst>
              <a:ext uri="{FF2B5EF4-FFF2-40B4-BE49-F238E27FC236}">
                <a16:creationId xmlns:a16="http://schemas.microsoft.com/office/drawing/2014/main" id="{914F1CBA-7C58-EFCF-3D6E-69FD6A641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745" y="106412"/>
            <a:ext cx="902825" cy="9028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9EFC66-D7D9-2DEF-87AB-443704173709}"/>
              </a:ext>
            </a:extLst>
          </p:cNvPr>
          <p:cNvSpPr/>
          <p:nvPr userDrawn="1"/>
        </p:nvSpPr>
        <p:spPr>
          <a:xfrm>
            <a:off x="0" y="1099595"/>
            <a:ext cx="12192000" cy="15047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76233A-FAB2-9340-CB14-0919EAF987BF}"/>
              </a:ext>
            </a:extLst>
          </p:cNvPr>
          <p:cNvCxnSpPr/>
          <p:nvPr userDrawn="1"/>
        </p:nvCxnSpPr>
        <p:spPr>
          <a:xfrm>
            <a:off x="0" y="6310050"/>
            <a:ext cx="1219200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21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13A8-2F35-7FBD-482E-F817CA47E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F5785-1DB9-6D79-64EB-0A4237294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AD88B-0D2F-539A-EFCA-B39F199E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B54B0-611E-B0BB-1B60-EC2389395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6F90A-A04E-346C-03DC-CA2D5850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1F84-077D-A970-4477-7FECDB454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71A1-8370-BBC6-1BF7-ADAD26477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96EDD-F25A-7BDB-337C-1821575C3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682D2-7DE1-104F-0A0A-1FE0FE97C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40173-AAFE-C33E-C6CA-13DACD51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A4FF2-C5CC-66F4-A287-94742856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8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86DC-9398-3E26-3677-8DDB0056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54F7E-1CAA-FC0E-EEDA-BA2BE8DA9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8800-1E62-A507-845E-A742233EA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D775F-C4A0-5E65-A30F-D04694938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5AB59-6B3E-D305-07A7-E2F04D9C9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E4942-C154-0190-E527-254705D5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EAFCCC-760A-90C3-8C06-23DF8378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908440-3F43-063C-C8D0-D8A3B599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3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A136-582B-061B-650D-5AAB6F9C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29E11-AFE4-E1F1-4BFA-3FFF9328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02CFC-B941-B64E-2BAA-DF1857C6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64647-2A09-F807-00AE-C9CC12AC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4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51A04-BFBB-71A1-B999-4E540225E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2282F-6281-F552-4A38-8420C8CC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EBCD4-3587-C8AF-3B88-7B5E9531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3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E9A2-E95B-91E7-C8C2-068EBA19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DD885-43F8-BA1D-9505-0136F4AB2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45FC5-5BD9-C43E-6A40-5BDDAB4C9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5FEFE-3C75-57CA-9FBD-947C3E48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99099-E8F9-2231-7821-580061AE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8C85C-C328-9446-6B40-D07FA4C4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17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6174-8795-0FDA-AD35-0DCB2A2E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D93DF-37F6-C164-8789-7A8BDC084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1C653-75C7-BFF9-AD56-4346AA59A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ADC6A-6CD7-B5E8-03B6-2970A2303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7E8CE-CF04-5E40-02B2-1C52050F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4A5B2-F1D0-21A9-DD29-8C1376AB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0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7280-F308-4C18-5C7C-7615AD82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FC873-EF57-C6E0-4C66-B350C388C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3DD69-CF74-4973-18BA-8E14D521A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DB84-EA88-A53A-5FF0-B7FCA72C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BA412-88D9-3E0D-DA9A-2D0067EF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03A3F-7163-64D8-4966-C20F4B9D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ABB46-0261-D20B-F8D1-8DAA94F6B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329BE-A24C-3A58-B322-147FCDF0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DCFD-1CD9-DF8B-6B63-4E42C424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CC14A-ED07-948F-E97B-773888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1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330FC-89FC-2026-A120-3348AFA6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5F7AF-9D89-2C22-2DA5-36FAD9374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07C42-2AA6-C833-6536-FE9D7BED8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D2690-B5F6-EF40-99FD-434F842639D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85A25-0497-251C-3AA9-AB76F9C01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7CF24-F7F1-9BC1-7D3F-23B660EE6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2AEC7-FC62-0C41-B5B5-E5D2DDCC8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3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ity at night with a train and a bridge&#10;&#10;Description automatically generated">
            <a:extLst>
              <a:ext uri="{FF2B5EF4-FFF2-40B4-BE49-F238E27FC236}">
                <a16:creationId xmlns:a16="http://schemas.microsoft.com/office/drawing/2014/main" id="{FE43E44E-653B-C255-40A0-C3B39977E4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1935" r="21935"/>
          <a:stretch>
            <a:fillRect/>
          </a:stretch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B574A-EC48-2495-C242-417C9E2CD21E}"/>
              </a:ext>
            </a:extLst>
          </p:cNvPr>
          <p:cNvSpPr txBox="1"/>
          <p:nvPr/>
        </p:nvSpPr>
        <p:spPr>
          <a:xfrm>
            <a:off x="672556" y="1730724"/>
            <a:ext cx="56054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Introduction to Information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11D6AC-F1D0-E3D3-9BD1-11B714DCADC2}"/>
              </a:ext>
            </a:extLst>
          </p:cNvPr>
          <p:cNvSpPr txBox="1"/>
          <p:nvPr/>
        </p:nvSpPr>
        <p:spPr>
          <a:xfrm>
            <a:off x="672556" y="5963478"/>
            <a:ext cx="281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Semester </a:t>
            </a:r>
            <a:r>
              <a:rPr lang="en-US" dirty="0" err="1"/>
              <a:t>Genap</a:t>
            </a:r>
            <a:r>
              <a:rPr lang="en-US"/>
              <a:t> 2025/2026</a:t>
            </a:r>
          </a:p>
        </p:txBody>
      </p:sp>
    </p:spTree>
    <p:extLst>
      <p:ext uri="{BB962C8B-B14F-4D97-AF65-F5344CB8AC3E}">
        <p14:creationId xmlns:p14="http://schemas.microsoft.com/office/powerpoint/2010/main" val="81589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3E95-B848-5424-C16D-BA630ADF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5150-1E65-02CA-3DF3-57A2A6C03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3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{8673995F-D5D0-EE47-B88F-34AC914F2A52}tf10001067_mac</Template>
  <TotalTime>208</TotalTime>
  <Words>7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Verdana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Bramantyo Nugroho</dc:creator>
  <cp:lastModifiedBy>Bramantyo Nugroho</cp:lastModifiedBy>
  <cp:revision>1</cp:revision>
  <dcterms:created xsi:type="dcterms:W3CDTF">2025-10-23T00:37:11Z</dcterms:created>
  <dcterms:modified xsi:type="dcterms:W3CDTF">2026-05-22T07:23:18Z</dcterms:modified>
</cp:coreProperties>
</file>